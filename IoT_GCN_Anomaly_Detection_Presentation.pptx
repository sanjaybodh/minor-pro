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-14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/>
              <a:t>Real-Time Anomaly Detection in IoT Networks using Graph Neural Networks (GCN)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57425"/>
            <a:ext cx="8229600" cy="1857375"/>
          </a:xfrm>
        </p:spPr>
        <p:txBody>
          <a:bodyPr/>
          <a:lstStyle/>
          <a:p>
            <a:pPr>
              <a:defRPr sz="2000"/>
            </a:pPr>
            <a:r>
              <a:t>Detecting abnormal IoT devices using PyTorch Geometric</a:t>
            </a:r>
          </a:p>
          <a:p>
            <a:pPr>
              <a:defRPr sz="2000"/>
            </a:pPr>
            <a:r>
              <a:t>By: </a:t>
            </a:r>
            <a:r>
              <a:rPr/>
              <a:t>Shivam </a:t>
            </a:r>
            <a:r>
              <a:rPr smtClean="0"/>
              <a:t>Lomash</a:t>
            </a:r>
            <a:r>
              <a:rPr lang="en-IN" dirty="0" smtClean="0"/>
              <a:t> (24MCA20253)</a:t>
            </a:r>
          </a:p>
          <a:p>
            <a:pPr>
              <a:defRPr sz="2000"/>
            </a:pPr>
            <a:r>
              <a:rPr lang="en-IN" dirty="0" smtClean="0"/>
              <a:t> </a:t>
            </a:r>
            <a:r>
              <a:rPr lang="en-IN" dirty="0" smtClean="0"/>
              <a:t>      Sanjay </a:t>
            </a:r>
            <a:r>
              <a:rPr lang="en-IN" dirty="0" err="1" smtClean="0"/>
              <a:t>Bodh</a:t>
            </a:r>
            <a:r>
              <a:rPr lang="en-IN" dirty="0" smtClean="0"/>
              <a:t> (24MCA20267)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PyTorch &amp; PyTorch Geometric – Build and train the GCN model.</a:t>
            </a:r>
          </a:p>
          <a:p>
            <a:pPr>
              <a:defRPr sz="2000"/>
            </a:pPr>
            <a:r>
              <a:t>• NetworkX – Create and visualize the IoT graph.</a:t>
            </a:r>
          </a:p>
          <a:p>
            <a:pPr>
              <a:defRPr sz="2000"/>
            </a:pPr>
            <a:r>
              <a:t>• Matplotlib – Plot the final results.</a:t>
            </a:r>
          </a:p>
          <a:p>
            <a:pPr>
              <a:defRPr sz="2000"/>
            </a:pPr>
            <a:r>
              <a:t>• NumPy – Perform numerical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Simulated 10 IoT devices (nodes).</a:t>
            </a:r>
          </a:p>
          <a:p>
            <a:pPr>
              <a:defRPr sz="2000"/>
            </a:pPr>
            <a:r>
              <a:t>• Each device has 5 random features (e.g., CPU usage, temperature).</a:t>
            </a:r>
          </a:p>
          <a:p>
            <a:pPr>
              <a:defRPr sz="2000"/>
            </a:pPr>
            <a:r>
              <a:t>• Created random edges representing communication links.</a:t>
            </a:r>
          </a:p>
          <a:p>
            <a:pPr>
              <a:defRPr sz="2000"/>
            </a:pPr>
            <a:r>
              <a:t>• Randomly labeled 2 devices as anomalies.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IoT networks contain multiple interconnected devices exchanging data.</a:t>
            </a:r>
          </a:p>
          <a:p>
            <a:pPr>
              <a:defRPr sz="2000"/>
            </a:pPr>
            <a:r>
              <a:t>• Some devices may show abnormal or fraudulent behavior.</a:t>
            </a:r>
          </a:p>
          <a:p>
            <a:pPr>
              <a:defRPr sz="2000"/>
            </a:pPr>
            <a:r>
              <a:t>• Detecting these anomalies in real time is critical for security.</a:t>
            </a:r>
          </a:p>
          <a:p>
            <a:pPr>
              <a:defRPr sz="2000"/>
            </a:pPr>
            <a:r>
              <a:t>• This project uses a Graph Convolutional Network (GCN) to identify such anomalies.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Graph Data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Combined all data into a PyTorch Geometric Data object.</a:t>
            </a:r>
          </a:p>
          <a:p>
            <a:pPr>
              <a:defRPr sz="2000"/>
            </a:pPr>
            <a:r>
              <a:t>  Data(x=x, edge_index=edge_index, y=labels)</a:t>
            </a:r>
          </a:p>
          <a:p>
            <a:pPr>
              <a:defRPr sz="2000"/>
            </a:pPr>
            <a:r>
              <a:t>• x: Node features</a:t>
            </a:r>
          </a:p>
          <a:p>
            <a:pPr>
              <a:defRPr sz="2000"/>
            </a:pPr>
            <a:r>
              <a:t>• edge_index: Device connections</a:t>
            </a:r>
          </a:p>
          <a:p>
            <a:pPr>
              <a:defRPr sz="2000"/>
            </a:pPr>
            <a:r>
              <a:t>• y: Labels (0 = Normal, 1 = Anomaly)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Graph Convolutional Network (GCN)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Two-layer GCN model:</a:t>
            </a:r>
          </a:p>
          <a:p>
            <a:pPr>
              <a:defRPr sz="2000"/>
            </a:pPr>
            <a:r>
              <a:t>  self.conv1 = GCNConv(in_channels, hidden_channels)</a:t>
            </a:r>
          </a:p>
          <a:p>
            <a:pPr>
              <a:defRPr sz="2000"/>
            </a:pPr>
            <a:r>
              <a:t>  self.conv2 = GCNConv(hidden_channels, 2)</a:t>
            </a:r>
          </a:p>
          <a:p>
            <a:pPr>
              <a:defRPr sz="2000"/>
            </a:pPr>
            <a:r>
              <a:t>• Layer 1: Learns relationships between nodes.</a:t>
            </a:r>
          </a:p>
          <a:p>
            <a:pPr>
              <a:defRPr sz="2000"/>
            </a:pPr>
            <a:r>
              <a:t>• Layer 2: Classifies nodes as Normal or Anomalous.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Optimizer: Adam (lr = 0.01)</a:t>
            </a:r>
          </a:p>
          <a:p>
            <a:pPr>
              <a:defRPr sz="2000"/>
            </a:pPr>
            <a:r>
              <a:t>• Loss Function: Cross Entropy</a:t>
            </a:r>
          </a:p>
          <a:p>
            <a:pPr>
              <a:defRPr sz="2000"/>
            </a:pPr>
            <a:r>
              <a:t>• Epochs: 100</a:t>
            </a:r>
          </a:p>
          <a:p>
            <a:pPr>
              <a:defRPr sz="2000"/>
            </a:pPr>
            <a:r>
              <a:t>• Prints loss every 10 epochs.</a:t>
            </a:r>
          </a:p>
          <a:p>
            <a:pPr>
              <a:defRPr sz="2000"/>
            </a:pPr>
            <a:r>
              <a:t>  print(f"Epoch {epoch}, Loss: {loss.item()}")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Predictions generated as:</a:t>
            </a:r>
          </a:p>
          <a:p>
            <a:pPr>
              <a:defRPr sz="2000"/>
            </a:pPr>
            <a:r>
              <a:t>  preds = logits.argmax(dim=1)</a:t>
            </a:r>
          </a:p>
          <a:p>
            <a:pPr>
              <a:defRPr sz="2000"/>
            </a:pPr>
            <a:r>
              <a:t>• Compares predicted vs. true labels.</a:t>
            </a:r>
          </a:p>
          <a:p>
            <a:pPr>
              <a:defRPr sz="2000"/>
            </a:pPr>
            <a:r>
              <a:t>• Evaluates how well GCN distinguishes anomalies.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of IoT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Built graph using NetworkX.</a:t>
            </a:r>
          </a:p>
          <a:p>
            <a:pPr>
              <a:defRPr sz="2000"/>
            </a:pPr>
            <a:r>
              <a:t>• Colored nodes by prediction:</a:t>
            </a:r>
          </a:p>
          <a:p>
            <a:pPr>
              <a:defRPr sz="2000"/>
            </a:pPr>
            <a:r>
              <a:t>  🟩 Green → Normal</a:t>
            </a:r>
          </a:p>
          <a:p>
            <a:pPr>
              <a:defRPr sz="2000"/>
            </a:pPr>
            <a:r>
              <a:t>  🟥 Red → Anomalous</a:t>
            </a:r>
          </a:p>
          <a:p>
            <a:pPr>
              <a:defRPr sz="2000"/>
            </a:pPr>
            <a:r>
              <a:t>  nx.draw(G, pos, node_color=color_map, with_labels=True)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Example result:</a:t>
            </a:r>
          </a:p>
          <a:p>
            <a:pPr>
              <a:defRPr sz="2000"/>
            </a:pPr>
            <a:r>
              <a:t>  - 10 devices visualized.</a:t>
            </a:r>
          </a:p>
          <a:p>
            <a:pPr>
              <a:defRPr sz="2000"/>
            </a:pPr>
            <a:r>
              <a:t>  - Red nodes = anomalies detected by GCN.</a:t>
            </a:r>
          </a:p>
          <a:p>
            <a:pPr>
              <a:defRPr sz="2000"/>
            </a:pPr>
            <a:r>
              <a:t>• Shows how GCN automatically identifies risky nodes.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GCN effectively detects anomalies in IoT networks.</a:t>
            </a:r>
          </a:p>
          <a:p>
            <a:pPr>
              <a:defRPr sz="2000"/>
            </a:pPr>
            <a:r>
              <a:t>• Learns from node features + graph structure.</a:t>
            </a:r>
          </a:p>
          <a:p>
            <a:pPr>
              <a:defRPr sz="2000"/>
            </a:pPr>
            <a:r>
              <a:t>• Applications:</a:t>
            </a:r>
          </a:p>
          <a:p>
            <a:pPr>
              <a:defRPr sz="2000"/>
            </a:pPr>
            <a:r>
              <a:t>  - Fraud detection</a:t>
            </a:r>
          </a:p>
          <a:p>
            <a:pPr>
              <a:defRPr sz="2000"/>
            </a:pPr>
            <a:r>
              <a:t>  - Intrusion detection</a:t>
            </a:r>
          </a:p>
          <a:p>
            <a:pPr>
              <a:defRPr sz="2000"/>
            </a:pPr>
            <a:r>
              <a:t>  - Smart city &amp; industrial IoT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Use real IoT datasets for live monitoring.</a:t>
            </a:r>
          </a:p>
          <a:p>
            <a:pPr>
              <a:defRPr sz="2000"/>
            </a:pPr>
            <a:r>
              <a:t>• Combine GCN with LSTM for time-based anomaly detection.</a:t>
            </a:r>
          </a:p>
          <a:p>
            <a:pPr>
              <a:defRPr sz="2000"/>
            </a:pPr>
            <a:r>
              <a:t>• Deploy on cloud/edge for real-time alerts.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Questions?</a:t>
            </a:r>
          </a:p>
          <a:p>
            <a:pPr>
              <a:defRPr sz="2000"/>
            </a:pPr>
            <a:r>
              <a:t>Contact: </a:t>
            </a:r>
            <a:r>
              <a:rPr/>
              <a:t>Shivam </a:t>
            </a:r>
            <a:r>
              <a:rPr smtClean="0"/>
              <a:t>Lomash</a:t>
            </a:r>
            <a:endParaRPr lang="en-IN" dirty="0" smtClean="0"/>
          </a:p>
          <a:p>
            <a:pPr>
              <a:defRPr sz="2000"/>
            </a:pPr>
            <a:r>
              <a:rPr lang="en-IN" dirty="0" smtClean="0"/>
              <a:t> </a:t>
            </a:r>
            <a:r>
              <a:rPr lang="en-IN" dirty="0" smtClean="0"/>
              <a:t>               Sanjay </a:t>
            </a:r>
            <a:r>
              <a:rPr lang="en-IN" dirty="0" err="1" smtClean="0"/>
              <a:t>Bodh</a:t>
            </a:r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</TotalTime>
  <Words>465</Words>
  <Application>Microsoft Macintosh PowerPoint</Application>
  <PresentationFormat>On-screen Show (4:3)</PresentationFormat>
  <Paragraphs>68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Flow</vt:lpstr>
      <vt:lpstr>Real-Time Anomaly Detection in IoT Networks using Graph Neural Networks (GCN)</vt:lpstr>
      <vt:lpstr>Tools and Libraries Used</vt:lpstr>
      <vt:lpstr>Dataset Preparation</vt:lpstr>
      <vt:lpstr>Introduction</vt:lpstr>
      <vt:lpstr>Creating Graph Data Object</vt:lpstr>
      <vt:lpstr>Graph Convolutional Network (GCN)</vt:lpstr>
      <vt:lpstr>Training Process</vt:lpstr>
      <vt:lpstr>Model Evaluation</vt:lpstr>
      <vt:lpstr>Visualization of IoT Graph</vt:lpstr>
      <vt:lpstr>Output Example</vt:lpstr>
      <vt:lpstr>Conclusion</vt:lpstr>
      <vt:lpstr>Future Scope</vt:lpstr>
      <vt:lpstr>Thank You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Anomaly Detection in IoT Networks using Graph Neural Networks (GCN)</dc:title>
  <dc:creator>ASUS</dc:creator>
  <dc:description>generated using python-pptx</dc:description>
  <cp:lastModifiedBy>ASUS</cp:lastModifiedBy>
  <cp:revision>4</cp:revision>
  <dcterms:created xsi:type="dcterms:W3CDTF">2013-01-27T09:14:16Z</dcterms:created>
  <dcterms:modified xsi:type="dcterms:W3CDTF">2025-10-30T06:55:28Z</dcterms:modified>
</cp:coreProperties>
</file>